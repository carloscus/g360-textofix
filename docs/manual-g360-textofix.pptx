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548640"/>
            <a:ext cx="320040" cy="73152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0D084"/>
                </a:solidFill>
              </a:rPr>
              <a:t>g360-textofix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Manual de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CF2"/>
                </a:solidFill>
              </a:rPr>
              <a:t>Corrector de texto para Windows · atajo global · corrección offline (Ollama) o por la nube (Gemini)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¿Qué 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atajo global corrige el texto donde esté, sin cambiar de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1.  Seleccionás el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en cualquier app: Word, Excel, correo, navegador, Flet.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15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2.  Apretás Ctrl+Shift+E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y el texto se corrige y se reemplaza donde estaba.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58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3.  Preserva el 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no toca lo que el usuario no seleccionó.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892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01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4.  Deshacer: Ctrl+Shift+Z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Rehacer: Ctrl+Shift+R.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Atajos por defecto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Cambiables desde la bandeja. No necesitan reiniciar.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Corregir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Deshacer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Rehacer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Formato: CTRL/ALT/SHIFT/WIN + letra, dígito, F1–F24, SPACE, ESC, ENTER, TAB, INSERT, DELETE, HOME, END, PGUP, PGDN.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Dos acciones no pueden compartir el mismo atajo: Windows no lo acepta.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 bandeja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corrector vive en el icono, no en una ventana.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Activo · Modo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179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Estado actual; no es un botón.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12848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677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Deshacer / Rehacer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677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gris si no hay nada para aplicar.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Cambiar atajo…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0175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Valida, registra en caliente y guarda en el perfil.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12464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673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Configurar clave API…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6732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Pide la clave y la guarda cifrada con DPAPI.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62272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62272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Iniciar con Windows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51713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Registra en HKCU, solo para tu cuenta.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1208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21208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Salir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Suelta los atajos y cierra la bandeja.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Deshacer y rehacer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Determinista en cualquier app; no depende del Ctrl+Z nativo.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Una sola corrección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Se guarda el par (original, corregido). No es historial: se pierde al cerrar y nunca toca disco.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70048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7977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Solo en la misma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corregiste en Flet y cambiaste a Word, Ctrl+Shift+Z suena y no escribe nada.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6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6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Se invalida si editaste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4281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el usuario tocó el texto después, el búfer se pone gris. Escribir sobre lo que el usuario puso sería peor que no deshacer.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01184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901184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Si la escritura falla, se revierte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5838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búfer no cree que aplicó algo que no se escribió.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 clave de Gemini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Primera vez te la pide la consola, luego vive cifrada en tu perfil.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Orden en que se busca: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0312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almacén cifrado de Windows (DPAPI) — %APPDATA%\g360-textofix\clave.dat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entorno GEMINI_API_KEY o el .env en la carpeta del proyecto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11064240" cy="7772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91840"/>
            <a:ext cx="137160" cy="7772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107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DPAPI ata la clave a tu cuenta: copiar clave.dat a otra máquina no sirve de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49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Cambiarla desde la bandeja (Configurar clave API…) la hace efectiva al instante, sin reiniciar.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Apps verificadas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No está todo: lo que no dice está sin probar.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Win32 EDIT, Bloc de notas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3619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8483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5798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Word y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579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Formulas y celdas protegidas no se tocan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06624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977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Chrome: textarea y contenteditable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797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28416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015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Flet / Flutter (campos)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Sin Ctrl+C ni TextPattern: escribe a 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50208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(redactar)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02336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No acepta Ctrl+V sintético: escribe a mano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(bandeja, solo lectura)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64515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❌ · Intencional: es lectura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9379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ERP Centura (elevado)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Detectado · No se corrige · La app corre como admin y UIPI lo bloquea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Privacidad y garantías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principio: ante cualquier duda, no se escribe 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910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No hay historial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928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Ninguna corrección se guarda a disco. El búfer de deshacer vive en memoria y se pierde al cerrar.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Los logs no tienen 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Solo longitud y un hash. El texto corre por memoria y viaja por callback, no por el log.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El portapapeles se restaura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216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la corrección falla, tu portapapeles queda como estaba.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342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La clave cifrada vive solo en tu cuenta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360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DPAPI: copiar el archivo a otro equipo no descifra la clave.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1663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Nada se entrena con tu texto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504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la cuota de pago, los términos de Gemini lo garantizan. En la gratuita, Google sí usa los textos para mejorar su modelo.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Repartir el .exe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archivo por usuario. Ningún secreto adentro.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647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9105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Empaquetar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uv sync --extra pack y después uvx pyinstaller textofix.spec --noconfirm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6888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5117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Repartir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80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Pasás dist/g360-textofix.exe a quien lo necesite. No lleva la clave ni ningún secreto.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850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1129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Primera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consola pide la clave, la guarda cifrada y en el próximo arranque ya 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4515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47141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Cada usuario, su cuota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800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clave es personal. El .exe no hace uso de la cuota de otro.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34924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6052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3153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Anti-virus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se detecta como falso positivo, Nuitka produce un binario más discreto: uv run python -m nuitka --onefile src/main.py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Cuota gratuita vs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Para uso personal alcanza la gratuita; para empresa, la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Gratuita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~5 pedidos por minuto, suficiente para uso personal.
· --bateria necesita --pausa 13 para no agotar la cuota.
· Google usa los textos para mejorar 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De 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Los términos de Gemini garantizan que no se entrena con tu texto.
· Corrección sobre correo, documentos o datos de una empresa
  exige esta opción, no por el límite, sino por los términos.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