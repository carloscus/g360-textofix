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320040" cy="731520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" y="548640"/>
            <a:ext cx="320040" cy="731520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548640"/>
            <a:ext cx="320040" cy="731520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00D084"/>
                </a:solidFill>
              </a:rPr>
              <a:t>g360-textofix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Manual de usuario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9ECF2"/>
                </a:solidFill>
              </a:rPr>
              <a:t>Corrector de texto para Windows · atajo global · corrección con Gemini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220"/>
                </a:solidFill>
              </a:rPr>
              <a:t>¿Qué 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E39"/>
                </a:solidFill>
              </a:rPr>
              <a:t>Un atajo global corrige el texto donde esté, sin cambiar de 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1005840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37160" cy="1005840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220"/>
                </a:solidFill>
              </a:rPr>
              <a:t>1.  Seleccionás el 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A2E39"/>
                </a:solidFill>
              </a:rPr>
              <a:t>en cualquier app: Word, Excel, correo, navegador, Flet.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11064240" cy="1005840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06040"/>
            <a:ext cx="137160" cy="1005840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157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220"/>
                </a:solidFill>
              </a:rPr>
              <a:t>2.  Apretás Ctrl+Shift+E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08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A2E39"/>
                </a:solidFill>
              </a:rPr>
              <a:t>y el texto se corrige y se reemplaza donde estaba.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49040"/>
            <a:ext cx="11064240" cy="1005840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49040"/>
            <a:ext cx="137160" cy="1005840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587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220"/>
                </a:solidFill>
              </a:rPr>
              <a:t>3.  Preserva el formato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51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A2E39"/>
                </a:solidFill>
              </a:rPr>
              <a:t>no toca lo que el usuario no seleccionó.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92040"/>
            <a:ext cx="11064240" cy="1005840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892040"/>
            <a:ext cx="137160" cy="1005840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0017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220"/>
                </a:solidFill>
              </a:rPr>
              <a:t>4.  Deshacer: Ctrl+Shift+Z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394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A2E39"/>
                </a:solidFill>
              </a:rPr>
              <a:t>Rehacer: Ctrl+Shift+R.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A2E39"/>
                </a:solidFill>
              </a:rPr>
              <a:t>1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220"/>
                </a:solidFill>
              </a:rPr>
              <a:t>Atajos por defecto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E39"/>
                </a:solidFill>
              </a:rPr>
              <a:t>Cambiables desde la bandeja. No necesitan reiniciar.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220"/>
                </a:solidFill>
              </a:rPr>
              <a:t>Corregir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916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D084"/>
                </a:solidFill>
              </a:rPr>
              <a:t>Ctrl + Shift + 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14600"/>
            <a:ext cx="11064240" cy="822960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220"/>
                </a:solidFill>
              </a:rPr>
              <a:t>Deshacer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D084"/>
                </a:solidFill>
              </a:rPr>
              <a:t>Ctrl + Shift + 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11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220"/>
                </a:solidFill>
              </a:rPr>
              <a:t>Rehacer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6118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D084"/>
                </a:solidFill>
              </a:rPr>
              <a:t>Ctrl + Shift + 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E39"/>
                </a:solidFill>
              </a:rPr>
              <a:t>Formato: CTRL/ALT/SHIFT/WIN + letra, dígito, F1–F24, SPACE, ESC, ENTER, TAB, INSERT, DELETE, HOME, END, PGUP, PGDN.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E39"/>
                </a:solidFill>
              </a:rPr>
              <a:t>Dos acciones no pueden compartir el mismo atajo: Windows no lo acepta.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A2E39"/>
                </a:solidFill>
              </a:rPr>
              <a:t>2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220"/>
                </a:solidFill>
              </a:rPr>
              <a:t>La bandeja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E39"/>
                </a:solidFill>
              </a:rPr>
              <a:t>El corrector vive en el icono, no en una ventana.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685800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09728" cy="685800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1790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220"/>
                </a:solidFill>
              </a:rPr>
              <a:t>Activo · Modo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517904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E39"/>
                </a:solidFill>
              </a:rPr>
              <a:t>Estado actual; no es un botón.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12848"/>
            <a:ext cx="11064240" cy="685800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12848"/>
            <a:ext cx="109728" cy="685800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26771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220"/>
                </a:solidFill>
              </a:rPr>
              <a:t>Deshacer / Rehacer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267712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E39"/>
                </a:solidFill>
              </a:rPr>
              <a:t>En gris si no hay nada para aplicar.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62656"/>
            <a:ext cx="11064240" cy="685800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962656"/>
            <a:ext cx="109728" cy="685800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017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220"/>
                </a:solidFill>
              </a:rPr>
              <a:t>Cambiar atajo…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01752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E39"/>
                </a:solidFill>
              </a:rPr>
              <a:t>Valida, registra en caliente y guarda en el perfil.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12464"/>
            <a:ext cx="11064240" cy="685800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12464"/>
            <a:ext cx="109728" cy="685800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673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220"/>
                </a:solidFill>
              </a:rPr>
              <a:t>Configurar clave API…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767328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E39"/>
                </a:solidFill>
              </a:rPr>
              <a:t>Pide la clave y la guarda cifrada con DPAPI.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462272"/>
            <a:ext cx="11064240" cy="685800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462272"/>
            <a:ext cx="109728" cy="685800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51713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220"/>
                </a:solidFill>
              </a:rPr>
              <a:t>Iniciar con Windows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517136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E39"/>
                </a:solidFill>
              </a:rPr>
              <a:t>Registra en HKCU, solo para tu cuenta.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212080"/>
            <a:ext cx="11064240" cy="685800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212080"/>
            <a:ext cx="109728" cy="685800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26694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220"/>
                </a:solidFill>
              </a:rPr>
              <a:t>Salir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266944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E39"/>
                </a:solidFill>
              </a:rPr>
              <a:t>Suelta los atajos y cierra la bandeja.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A2E39"/>
                </a:solidFill>
              </a:rPr>
              <a:t>3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220"/>
                </a:solidFill>
              </a:rPr>
              <a:t>Deshacer y rehacer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E39"/>
                </a:solidFill>
              </a:rPr>
              <a:t>Determinista en cualquier app; no depende del Ctrl+Z nativo.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1064240" cy="1005840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1005840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642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220"/>
                </a:solidFill>
              </a:rPr>
              <a:t>Una sola corrección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E39"/>
                </a:solidFill>
              </a:rPr>
              <a:t>Se guarda el par (original, corregido). No es historial: se pierde al cerrar y nunca toca disco.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11064240" cy="1005840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70048"/>
            <a:ext cx="137160" cy="1005840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7977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220"/>
                </a:solidFill>
              </a:rPr>
              <a:t>Solo en la misma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2724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E39"/>
                </a:solidFill>
              </a:rPr>
              <a:t>Si corregiste en Flet y cambiaste a Word, Ctrl+Shift+Z suena y no escribe nada.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85616"/>
            <a:ext cx="11064240" cy="1005840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85616"/>
            <a:ext cx="137160" cy="1005840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220"/>
                </a:solidFill>
              </a:rPr>
              <a:t>Se invalida si editaste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4281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E39"/>
                </a:solidFill>
              </a:rPr>
              <a:t>Si el usuario tocó el texto después, el búfer se pone gris. Escribir sobre lo que el usuario puso sería peor que no deshacer.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901184"/>
            <a:ext cx="11064240" cy="1005840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901184"/>
            <a:ext cx="137160" cy="1005840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0109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220"/>
                </a:solidFill>
              </a:rPr>
              <a:t>Si la escritura falla, se revierte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35838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E39"/>
                </a:solidFill>
              </a:rPr>
              <a:t>El búfer no cree que aplicó algo que no se escribió.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A2E39"/>
                </a:solidFill>
              </a:rPr>
              <a:t>4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220"/>
                </a:solidFill>
              </a:rPr>
              <a:t>La clave de Gemini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E39"/>
                </a:solidFill>
              </a:rPr>
              <a:t>Primera vez te la pide la consola, luego vive cifrada en tu perfil.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220"/>
                </a:solidFill>
              </a:rPr>
              <a:t>Orden en que se busca: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10312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1220"/>
                </a:solidFill>
              </a:rPr>
              <a:t>El almacén cifrado de Windows (DPAPI) — %APPDATA%\g360-textofix\clave.dat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606040"/>
            <a:ext cx="457200" cy="457200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65176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1220"/>
                </a:solidFill>
              </a:rPr>
              <a:t>El entorno GEMINI_API_KEY o el .env en la carpeta del proyecto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91840"/>
            <a:ext cx="11064240" cy="777240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91840"/>
            <a:ext cx="137160" cy="777240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107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</a:rPr>
              <a:t>DPAPI ata la clave a tu cuenta: copiar clave.dat a otra máquina no sirve de nada.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49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E39"/>
                </a:solidFill>
              </a:rPr>
              <a:t>Cambiarla desde la bandeja (Configurar clave API…) la hace efectiva al instante, sin reiniciar.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A2E39"/>
                </a:solidFill>
              </a:rPr>
              <a:t>5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220"/>
                </a:solidFill>
              </a:rPr>
              <a:t>Apps verificadas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E39"/>
                </a:solidFill>
              </a:rPr>
              <a:t>No está todo: lo que no dice está sin probar.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566928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220"/>
                </a:solidFill>
              </a:rPr>
              <a:t>Win32 EDIT, Bloc de notas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536192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E39"/>
                </a:solidFill>
              </a:rPr>
              <a:t>Captura ✅ · Reemplazo ✅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84832"/>
            <a:ext cx="11064240" cy="566928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5798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220"/>
                </a:solidFill>
              </a:rPr>
              <a:t>Word y Excel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57984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E39"/>
                </a:solidFill>
              </a:rPr>
              <a:t>Captura ✅ · Reemplazo ✅ · Formulas y celdas protegidas no se tocan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06624"/>
            <a:ext cx="11064240" cy="566928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77977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220"/>
                </a:solidFill>
              </a:rPr>
              <a:t>Chrome: textarea y contenteditable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779776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E39"/>
                </a:solidFill>
              </a:rPr>
              <a:t>Captura ✅ · Reemplazo 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28416"/>
            <a:ext cx="11064240" cy="566928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0156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220"/>
                </a:solidFill>
              </a:rPr>
              <a:t>Flet / Flutter (campos)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401568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E39"/>
                </a:solidFill>
              </a:rPr>
              <a:t>Captura ✅ · Reemplazo ✅ · Sin Ctrl+C ni TextPattern: escribe a mano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50208"/>
            <a:ext cx="11064240" cy="566928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23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220"/>
                </a:solidFill>
              </a:rPr>
              <a:t>Outlook (redactar)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02336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E39"/>
                </a:solidFill>
              </a:rPr>
              <a:t>Captura ✅ · Reemplazo ✅ · No acepta Ctrl+V sintético: escribe a mano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572000"/>
            <a:ext cx="11064240" cy="566928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64515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220"/>
                </a:solidFill>
              </a:rPr>
              <a:t>Outlook (bandeja, solo lectura)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645152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E39"/>
                </a:solidFill>
              </a:rPr>
              <a:t>Captura ✅ · Reemplazo ❌ · Intencional: es lectura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193792"/>
            <a:ext cx="11064240" cy="566928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26694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220"/>
                </a:solidFill>
              </a:rPr>
              <a:t>ERP Centura (elevado)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266944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E39"/>
                </a:solidFill>
              </a:rPr>
              <a:t>Detectado · No se corrige · La app corre como admin y UIPI lo bloquea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A2E39"/>
                </a:solidFill>
              </a:rPr>
              <a:t>6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220"/>
                </a:solidFill>
              </a:rPr>
              <a:t>Privacidad y garantías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E39"/>
                </a:solidFill>
              </a:rPr>
              <a:t>El principio: ante cualquier duda, no se escribe nada.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841248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28016" cy="841248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91056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</a:rPr>
              <a:t>No hay historial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928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E39"/>
                </a:solidFill>
              </a:rPr>
              <a:t>Ninguna corrección se guarda a disco. El búfer de deshacer vive en memoria y se pierde al cerrar.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11064240" cy="841248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128016" cy="841248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05456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</a:rPr>
              <a:t>Los logs no tienen texto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072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E39"/>
                </a:solidFill>
              </a:rPr>
              <a:t>Solo longitud y un hash. El texto corre por memoria y viaja por callback, no por el log.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37560"/>
            <a:ext cx="11064240" cy="841248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337560"/>
            <a:ext cx="128016" cy="841248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19856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</a:rPr>
              <a:t>El portapapeles se restaura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216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E39"/>
                </a:solidFill>
              </a:rPr>
              <a:t>Si la corrección falla, tu portapapeles queda como estaba.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51960"/>
            <a:ext cx="11064240" cy="841248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251960"/>
            <a:ext cx="128016" cy="841248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334256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</a:rPr>
              <a:t>La clave cifrada vive solo en tu cuenta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360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E39"/>
                </a:solidFill>
              </a:rPr>
              <a:t>DPAPI: copiar el archivo a otro equipo no descifra la clave.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166360"/>
            <a:ext cx="11064240" cy="841248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166360"/>
            <a:ext cx="128016" cy="841248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248656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220"/>
                </a:solidFill>
              </a:rPr>
              <a:t>Nada se entrena con tu texto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504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E39"/>
                </a:solidFill>
              </a:rPr>
              <a:t>En la cuota de pago, los términos de Gemini lo garantizan. En la gratuita, Google sí usa los textos para mejorar su modelo.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A2E39"/>
                </a:solidFill>
              </a:rPr>
              <a:t>7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220"/>
                </a:solidFill>
              </a:rPr>
              <a:t>Repartir el .exe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E39"/>
                </a:solidFill>
              </a:rPr>
              <a:t>Un archivo por usuario. Ningún secreto adentro.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868680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384048" cy="868680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76479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91056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220"/>
                </a:solidFill>
              </a:rPr>
              <a:t>Empaquetar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20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E39"/>
                </a:solidFill>
              </a:rPr>
              <a:t>uv sync --extra pack y después uvx pyinstaller textofix.spec --noconfirm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11064240" cy="868680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384048" cy="868680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72491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551176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220"/>
                </a:solidFill>
              </a:rPr>
              <a:t>Repartir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8803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E39"/>
                </a:solidFill>
              </a:rPr>
              <a:t>Pasás dist/g360-textofix.exe a quien lo necesite. No lleva la clave ni ningún secreto.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29000"/>
            <a:ext cx="11064240" cy="868680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384048" cy="868680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68503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511296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220"/>
                </a:solidFill>
              </a:rPr>
              <a:t>Primera vez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E39"/>
                </a:solidFill>
              </a:rPr>
              <a:t>La consola pide la clave, la guarda cifrada y en el próximo arranque ya no.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89120"/>
            <a:ext cx="11064240" cy="868680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389120"/>
            <a:ext cx="384048" cy="868680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64515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471416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220"/>
                </a:solidFill>
              </a:rPr>
              <a:t>Cada usuario, su cuota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800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E39"/>
                </a:solidFill>
              </a:rPr>
              <a:t>La clave es personal. El .exe no hace uso de la cuota de otro.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349240"/>
            <a:ext cx="11064240" cy="868680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349240"/>
            <a:ext cx="384048" cy="868680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60527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431536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220"/>
                </a:solidFill>
              </a:rPr>
              <a:t>Anti-virus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E39"/>
                </a:solidFill>
              </a:rPr>
              <a:t>Si se detecta como falso positivo, Nuitka produce un binario más discreto: uv run python -m nuitka --onefile src/main.py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A2E39"/>
                </a:solidFill>
              </a:rPr>
              <a:t>8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D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220"/>
                </a:solidFill>
              </a:rPr>
              <a:t>Cuota gratuita vs de pago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E39"/>
                </a:solidFill>
              </a:rPr>
              <a:t>Para uso personal alcanza la gratuita; para empresa, la de pago.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084"/>
                </a:solidFill>
              </a:rPr>
              <a:t>Gratuita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· ~5 pedidos por minuto, suficiente para uso personal.
· --bateria necesita --pausa 13 para no agotar la cuota.
· Google usa los textos para mejorar el modelo.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084"/>
                </a:solidFill>
              </a:rPr>
              <a:t>De pago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77639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· Los términos de Gemini garantizan que no se entrena con tu texto.
· Corrección sobre correo, documentos o datos de una empresa
  exige esta opción, no por el límite, sino por los términos.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A2E39"/>
                </a:solidFill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