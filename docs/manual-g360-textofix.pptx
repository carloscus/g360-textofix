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48640"/>
            <a:ext cx="320040" cy="73152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548640"/>
            <a:ext cx="320040" cy="73152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548640"/>
            <a:ext cx="320040" cy="73152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0D084"/>
                </a:solidFill>
              </a:rPr>
              <a:t>g360-textofix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Manual de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CF2"/>
                </a:solidFill>
              </a:rPr>
              <a:t>Corrector de texto para Windows · atajo global · corrección por la nube (NVIDIA o Gemini)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¿Qué 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Un atajo global corrige el texto donde esté, sin cambiar de app.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1.  Seleccionás el 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2E39"/>
                </a:solidFill>
              </a:rPr>
              <a:t>en cualquier app: Word, Excel, correo, navegador, Flet.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7157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2.  Apretás Ctrl+Shift+E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08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2E39"/>
                </a:solidFill>
              </a:rPr>
              <a:t>y el texto se corrige y se reemplaza donde estaba.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4904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587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3.  Preserva el formato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2E39"/>
                </a:solidFill>
              </a:rPr>
              <a:t>no toca lo que el usuario no seleccionó.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9204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89204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017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4.  Deshacer: Ctrl+Shift+Z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2E39"/>
                </a:solidFill>
              </a:rPr>
              <a:t>Rehacer: Ctrl+Shift+R.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Atajos por defecto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Cambiables desde la bandeja. No necesitan reiniciar.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82296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Corregir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084"/>
                </a:solidFill>
              </a:rPr>
              <a:t>Ctrl + Shift + 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Deshacer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084"/>
                </a:solidFill>
              </a:rPr>
              <a:t>Ctrl + Shift + 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74720"/>
            <a:ext cx="11064240" cy="82296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220"/>
                </a:solidFill>
              </a:rPr>
              <a:t>Rehacer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6118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084"/>
                </a:solidFill>
              </a:rPr>
              <a:t>Ctrl + Shift + 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Formato: CTRL/ALT/SHIFT/WIN + letra, dígito, F1–F24, SPACE, ESC, ENTER, TAB, INSERT, DELETE, HOME, END, PGUP, PGDN.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Dos acciones no pueden compartir el mismo atajo: Windows no lo acepta.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La bandeja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El corrector vive en el icono, no en una ventana.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1790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Activo · Modo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5179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Estado actual; no es un botón.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12848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12848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6771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Deshacer / Rehacer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2677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En gris si no hay nada para aplicar.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62656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962656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017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Cambiar atajo…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0175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Valida, registra en caliente y guarda en el perfil.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12464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712464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6732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Clave API Gemini… / NVIDIA…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76732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Pide la clave y la guarda cifrada con DPAPI.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62272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462272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1713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Modelo de correccion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51713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Auto / NVIDIA 90b / Gemini, al instante y sin reiniciar.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212080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212080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26694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Iniciar con Windows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26694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Registra en HKCU, solo para tu cuenta.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961888"/>
            <a:ext cx="11064240" cy="68580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961888"/>
            <a:ext cx="109728" cy="6858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601675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Salir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601675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Suelta los atajos y cierra la bandeja.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Deshacer y rehacer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Determinista en cualquier app; no depende del Ctrl+Z nativo.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642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</a:rPr>
              <a:t>Una sola corrección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Se guarda el par (original, corregido). No es historial: se pierde al cerrar y nunca toca disco.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70048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70048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77977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</a:rPr>
              <a:t>Solo en la misma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2724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Si corregiste en Flet y cambiaste a Word, Ctrl+Shift+Z suena y no escribe nada.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85616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85616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9534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</a:rPr>
              <a:t>Se invalida si editaste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4281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Si el usuario tocó el texto después, el búfer se pone gris. Escribir sobre lo que el usuario puso sería peor que no deshacer.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901184"/>
            <a:ext cx="11064240" cy="10058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901184"/>
            <a:ext cx="137160" cy="10058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1091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</a:rPr>
              <a:t>Si la escritura falla, se revierte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5838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El búfer no cree que aplicó algo que no se escribió.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Las claves de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Si no hay ninguna, la consola las pide la primera vez; al guardarlas se verifican con una llamada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Orden en que se busca: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457200" cy="4572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10312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220"/>
                </a:solidFill>
              </a:rPr>
              <a:t>El almacén cifrado de Windows (DPAPI) — clave.dat (Gemini) y clave_nim.dat (NVIDIA)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457200" cy="45720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65176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220"/>
                </a:solidFill>
              </a:rPr>
              <a:t>El entorno GEMINI_API_KEY / NIM_API_KEY, o el .env del proyecto o de junto al .exe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91840"/>
            <a:ext cx="11064240" cy="77724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291840"/>
            <a:ext cx="137160" cy="77724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1071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DPAPI ata la clave a tu cuenta: copiar clave.dat a otra máquina no sirve de nada.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49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Cambiarla desde la bandeja (Clave API Gemini… / NVIDIA…) la hace efectiva al instante, sin reiniciar.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5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Apps verificadas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No está todo: lo que no dice está sin probar.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Win32 EDIT, Bloc de notas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3619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84832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5798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Word y Excel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579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 · Formulas y celdas protegidas no se tocan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06624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7977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Chrome: textarea y contenteditable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7797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28416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0156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Flet / Flutter (campos)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01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 · Sin Ctrl+C ni TextPattern: escribe a mano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50208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Outlook (redactar)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02336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✅ · No acepta Ctrl+V sintético: escribe a mano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Outlook (bandeja, solo lectura)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64515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Captura ✅ · Reemplazo ❌ · Intencional: es lectura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193792"/>
            <a:ext cx="11064240" cy="56692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6694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</a:rPr>
              <a:t>ERP Centura (elevado)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26694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Detectado · No se corrige · La app corre como admin y UIPI lo bloquea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Privacidad y garantías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El principio: ante cualquier duda, no se escribe nada.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910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No hay historial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928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Ninguna corrección se guarda a disco. El búfer de deshacer vive en memoria y se pierde al cerrar.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Los logs no tienen 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072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Solo longitud y un hash. El texto corre por memoria y viaja por callback, no por el log.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375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3375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19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El portapapeles se restaura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7216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Si la corrección falla, tu portapapeles queda como estaba.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2519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342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La clave cifrada vive solo en tu cuenta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360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DPAPI: copiar el archivo a otro equipo no descifra la clave.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166360"/>
            <a:ext cx="11064240" cy="841248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166360"/>
            <a:ext cx="128016" cy="8412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2486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220"/>
                </a:solidFill>
              </a:rPr>
              <a:t>Nada se entrena con tu texto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504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En la cuota de pago, los términos de Gemini lo garantizan. En la gratuita, Google sí usa los textos para mejorar su modelo.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Repartir el .exe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Un archivo por usuario. Ningún secreto adentro.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6479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9105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Empaquetar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920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uv sync --extra pack y después uvx pyinstaller textofix.spec --noconfirm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6888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46888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55117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Repartir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8803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Pasás dist/g360-textofix.exe a quien lo necesite. No lleva la clave ni ningún secreto.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2900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42900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68503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51129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Primera vez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840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La consola pide la clave, la guarda cifrada y en el próximo arranque ya no.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8912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8912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4515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47141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Cada usuario, su cuota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800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La clave es personal. El .exe no hace uso de la cuota de otro.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349240"/>
            <a:ext cx="384048" cy="868680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60527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431536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220"/>
                </a:solidFill>
              </a:rPr>
              <a:t>Anti-virus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E39"/>
                </a:solidFill>
              </a:rPr>
              <a:t>Si se detecta como falso positivo, Nuitka produce un binario más discreto: uv run python -m nuitka --onefile src/main.py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8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D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220"/>
                </a:solidFill>
              </a:rPr>
              <a:t>Cuota gratuita vs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E39"/>
                </a:solidFill>
              </a:rPr>
              <a:t>Para uso personal alcanza la gratuita; para empresa, la de pago.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D084"/>
                </a:solidFill>
              </a:rPr>
              <a:t>Gratuita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· ~5 pedidos por minuto, suficiente para uso personal.
· --bateria necesita --pausa 13 para no agotar la cuota.
· Google usa los textos para mejorar el modelo.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D084"/>
                </a:solidFill>
              </a:rPr>
              <a:t>De 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77639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· Los términos de Gemini garantizan que no se entrena con tu texto.
· Corrección sobre correo, documentos o datos de una empresa
  exige esta opción, no por el límite, sino por los términos.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E39"/>
                </a:solidFill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